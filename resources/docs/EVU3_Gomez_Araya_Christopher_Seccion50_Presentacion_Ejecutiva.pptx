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57200"/>
            <a:ext cx="12640056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Evaluación de Calidad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0D8E0"/>
                </a:solidFill>
                <a:latin typeface="Calibri"/>
              </a:defRPr>
            </a:pPr>
            <a:r>
              <a:t>Plataforma Despénsalo — Presentación Ejecutiva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Instituto Profesional San Sebastián — Gestión de Habilidades Profesionales — Evaluación 3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Integrante: Christopher Gómez Araya   |   Docente: Claudia Verónica Silva Diaz   |   Sección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Objetivo y alcance de la evaluación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Metodología aplicada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Resultados de las pruebas funcionales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Defectos detectados (incluye hallazgo BUG-001)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Automatización: ejecución, métricas y evidencia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Conclusiones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C8A05A"/>
                </a:solidFill>
              </a:defRPr>
            </a:pPr>
            <a:r>
              <a:t>Evaluación de Calidad — Despénsalo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Objetivo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Evaluar el comportamiento funcional de Despénsalo frente a distintos escenarios de uso.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Identificar desviaciones entre el comportamiento esperado y el observado.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Cobertura: autenticación, inventario, control de stock, productos, vencimientos, botiquín,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     lista de compras, gastos, boletas, respaldo, exportación y gestión de sesión.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Se diseñaron más casos de prueba que el mínimo solicitado (16 casos documentados)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     para asegurar cobertura suficiente y seleccionar los escenarios más representativos.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C8A05A"/>
                </a:solidFill>
              </a:defRPr>
            </a:pPr>
            <a:r>
              <a:t>Evaluación de Calidad — Despénsalo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Metodología Aplicada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Pruebas funcionales manuales — casos positivos, sobre flujos críticos de la aplicación.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Pruebas negativas y de condiciones límite — validaciones, campos vacíos, datos inválidos.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Testing exploratorio — charters dirigidos a áreas no cubiertas por los casos formales.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Automatización con Playwright — 3 scripts ejecutados en 2 entornos (chrome-desktop /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     chrome-mobile), 3 corridas por entorno, con evidencia y métricas de cada ejecución.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Registro de defectos con severidad, prioridad, pasos de reproducción y evidencia.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C8A05A"/>
                </a:solidFill>
              </a:defRPr>
            </a:pPr>
            <a:r>
              <a:t>Evaluación de Calidad — Despénsalo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Resultados de las Pruebas Funcionales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16 casos de prueba diseñados y ejecutados (TC-001 a TC-016).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Cobertura de casos positivos: login/registro, inventario, productos, medicamentos.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Cobertura de casos negativos y límite: login inválido, registro con contraseñas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     distintas, creación de producto sin nombre, stock bajo/agotado.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Evidencia fotográfica levantada y trazada para cada caso ejecutado.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•  Resultados documentados en la matriz de trazabilidad del informe completo.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C8A05A"/>
                </a:solidFill>
              </a:defRPr>
            </a:pPr>
            <a:r>
              <a:t>Evaluación de Calidad — Despénsalo</a:t>
            </a:r>
          </a:p>
        </p:txBody>
      </p:sp>
      <p:pic>
        <p:nvPicPr>
          <p:cNvPr id="5" name="Picture 4" descr="Ingreso-OK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840480" cy="3259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Defectos Detectados — BUG-001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Título: Botones de navegación duplicados en el DOM para el mismo destino.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Descubierto durante la automatización (Playwright) al fallar por 'strict mode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     violation: resolved to 2 elements' en la navegación.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Causa: la app renderiza simultáneamente top-nav (desktop) y bottom-nav (mobile)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     con los mismos atributos data-target; ambos existen en el DOM, solo se ocultan por CSS.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Severidad: Baja (sin impacto visible para el usuario) | Prioridad: Media (afecta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     mantenibilidad y accesibilidad).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Recomendación: diferenciar ambos contenedores con atributos data-nav y aria-hidden/inert.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C8A05A"/>
                </a:solidFill>
              </a:defRPr>
            </a:pPr>
            <a:r>
              <a:t>Evaluación de Calidad — Despénsalo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Automatización — Ejecución y Métricas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0089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Resultado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Tests ejecutados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24 (4 tests × 3 corridas × 2 entornos)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Tests exitosos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24 / 24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Tasa de éxito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Duración promedio por corrida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~41.0 s (4 tests)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Consistencia entre corridas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100% (mismo resultado en las 6 corridas)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Entornos cubiertos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chrome-desktop y chrome-mobile (Pixel 7)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C8A05A"/>
                </a:solidFill>
              </a:defRPr>
            </a:pPr>
            <a:r>
              <a:t>Evaluación de Calidad — Despénsalo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Automatización — Hallazgos Técnicos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Hallazgo 1: elementos de navegación duplicados en el DOM (ver BUG-001) — corregido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     en los scripts usando un selector :visible; recomendado corregir también en la app.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Hallazgo 2: aserción sensible a un estado transitorio de la interfaz — el mensaje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     'Ingresando…' (info) aparecía antes del mensaje final 'Invalid login credentials' (bad),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     generando una captura incorrecta. Se corrigió esperando la clase CSS 'bad' antes de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     validar el texto, aprovechando el auto-retry de Playwright.</a:t>
            </a:r>
          </a:p>
        </p:txBody>
      </p:sp>
      <p:pic>
        <p:nvPicPr>
          <p:cNvPr id="4" name="Picture 3" descr="auto-003-creacion-producto__chrome-desktop__2026-09-10T01-27-38-019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91840"/>
            <a:ext cx="3566160" cy="20059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C8A05A"/>
                </a:solidFill>
              </a:defRPr>
            </a:pPr>
            <a:r>
              <a:t>Evaluación de Calidad — Despénsalo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La aplicación cumple correctamente con los flujos funcionales evaluados en los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     escenarios positivos, negativos y de límite considerados.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Se identificó y documentó un defecto técnico (BUG-001) de severidad baja, con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     recomendación concreta de corrección.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La automatización implementada (Playwright) demostró ser estable: 100% de éxito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     en 24 ejecuciones sobre 2 entornos, aportando una base reutilizable para regresión.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Se recomienda incorporar la suite de automatización al flujo de integración continua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     y ampliar la cobertura a los módulos de gastos, boletas y respaldo/exportación.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C8A05A"/>
                </a:solidFill>
              </a:defRPr>
            </a:pPr>
            <a:r>
              <a:t>Evaluación de Calidad — Despénsalo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2F2F2"/>
                </a:solidFill>
                <a:latin typeface="Calibri"/>
              </a:defRPr>
            </a:pPr>
            <a:r>
              <a:t>Christopher Gómez Araya — Sección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